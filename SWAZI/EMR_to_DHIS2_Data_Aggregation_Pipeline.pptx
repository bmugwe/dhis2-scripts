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7" r:id="rId13"/>
    <p:sldId id="265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Aggregation and DHIS2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EMR SQL Database to KHIS (DHIS2) via FastAPI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/>
          </a:p>
          <a:p>
            <a:r>
              <a:rPr sz="2400"/>
              <a:t>1. EMR Data stored in Microsoft SQL Server (Facility Level)</a:t>
            </a:r>
            <a:endParaRPr sz="2400"/>
          </a:p>
          <a:p>
            <a:r>
              <a:rPr sz="2400"/>
              <a:t>2. Data aggregated via SQL Stored Procedure</a:t>
            </a:r>
            <a:endParaRPr sz="2400"/>
          </a:p>
          <a:p>
            <a:r>
              <a:rPr sz="2400"/>
              <a:t>3. FastAPI Backend calls stored procedure to fetch summary</a:t>
            </a:r>
            <a:endParaRPr sz="2400"/>
          </a:p>
          <a:p>
            <a:r>
              <a:rPr sz="2400"/>
              <a:t>4. Data mapped to DHIS2 Data Elements using a Mapping File</a:t>
            </a:r>
            <a:endParaRPr sz="2400"/>
          </a:p>
          <a:p>
            <a:r>
              <a:rPr sz="2400"/>
              <a:t>5. FastAPI sends aggregated data to DHIS2 via REST API</a:t>
            </a:r>
            <a:endParaRPr sz="2400"/>
          </a:p>
          <a:p>
            <a:r>
              <a:rPr sz="2400"/>
              <a:t>6. DHIS2 holds summarized indicators for national reporting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EMR Database Structure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800"/>
          </a:p>
          <a:p>
            <a:r>
              <a:rPr sz="1800"/>
              <a:t>Table: ANC_Visit</a:t>
            </a:r>
            <a:endParaRPr sz="1800"/>
          </a:p>
          <a:p>
            <a:r>
              <a:rPr sz="1800"/>
              <a:t>Columns:</a:t>
            </a:r>
            <a:endParaRPr sz="1800"/>
          </a:p>
          <a:p>
            <a:r>
              <a:rPr sz="1800"/>
              <a:t>- ANCID</a:t>
            </a:r>
            <a:endParaRPr sz="1800"/>
          </a:p>
          <a:p>
            <a:r>
              <a:rPr sz="1800"/>
              <a:t>- Gravida</a:t>
            </a:r>
            <a:endParaRPr sz="1800"/>
          </a:p>
          <a:p>
            <a:r>
              <a:rPr sz="1800"/>
              <a:t>- Para</a:t>
            </a:r>
            <a:endParaRPr sz="1800"/>
          </a:p>
          <a:p>
            <a:r>
              <a:rPr sz="1800"/>
              <a:t>- FacilityCode</a:t>
            </a:r>
            <a:endParaRPr sz="1800"/>
          </a:p>
          <a:p>
            <a:r>
              <a:rPr sz="1800"/>
              <a:t>- VisitID</a:t>
            </a:r>
            <a:endParaRPr sz="1800"/>
          </a:p>
          <a:p>
            <a:r>
              <a:rPr sz="1800"/>
              <a:t>- IsFirstANC</a:t>
            </a:r>
            <a:endParaRPr sz="1800"/>
          </a:p>
          <a:p>
            <a:r>
              <a:rPr sz="1800"/>
              <a:t>- Gestation</a:t>
            </a:r>
            <a:endParaRPr sz="1800"/>
          </a:p>
          <a:p>
            <a:r>
              <a:rPr sz="1800"/>
              <a:t>- ExpectedDeliveryDate</a:t>
            </a:r>
            <a:endParaRPr sz="1800"/>
          </a:p>
          <a:p>
            <a:r>
              <a:rPr sz="1800"/>
              <a:t>- CreatedBy, DateCreated</a:t>
            </a:r>
            <a:endParaRPr sz="1800"/>
          </a:p>
          <a:p>
            <a:r>
              <a:rPr sz="1800"/>
              <a:t>- ...etc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 for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600"/>
          </a:p>
          <a:p>
            <a:r>
              <a:rPr sz="1600"/>
              <a:t>CREATE PROCEDURE GetANCSummary @Month VARCHAR(7), @FacilityCode VARCHAR(10)</a:t>
            </a:r>
            <a:endParaRPr sz="1600"/>
          </a:p>
          <a:p>
            <a:r>
              <a:rPr sz="1600"/>
              <a:t>AS</a:t>
            </a:r>
            <a:endParaRPr sz="1600"/>
          </a:p>
          <a:p>
            <a:r>
              <a:rPr sz="1600"/>
              <a:t>BEGIN</a:t>
            </a:r>
            <a:endParaRPr sz="1600"/>
          </a:p>
          <a:p>
            <a:r>
              <a:rPr sz="1600"/>
              <a:t>    SELECT </a:t>
            </a:r>
            <a:endParaRPr sz="1600"/>
          </a:p>
          <a:p>
            <a:r>
              <a:rPr sz="1600"/>
              <a:t>        COUNT(CASE WHEN IsFirstANC = 1 THEN 1 END) AS FirstANC,</a:t>
            </a:r>
            <a:endParaRPr sz="1600"/>
          </a:p>
          <a:p>
            <a:r>
              <a:rPr sz="1600"/>
              <a:t>        COUNT(CASE WHEN VisitCount &gt;= 4 THEN 1 END) AS ANC4,</a:t>
            </a:r>
            <a:endParaRPr sz="1600"/>
          </a:p>
          <a:p>
            <a:r>
              <a:rPr sz="1600"/>
              <a:t>        COUNT(CASE WHEN VisitCount &gt;= 8 THEN 1 END) AS ANC8,</a:t>
            </a:r>
            <a:endParaRPr sz="1600"/>
          </a:p>
          <a:p>
            <a:r>
              <a:rPr sz="1600"/>
              <a:t>        SUM(CASE WHEN Gestation BETWEEN 12 AND 13 THEN 1 ELSE 0 END) AS Gestation_12_13</a:t>
            </a:r>
            <a:endParaRPr sz="1600"/>
          </a:p>
          <a:p>
            <a:r>
              <a:rPr sz="1600"/>
              <a:t>    FROM ANC_Visit</a:t>
            </a:r>
            <a:endParaRPr sz="1600"/>
          </a:p>
          <a:p>
            <a:r>
              <a:rPr sz="1600"/>
              <a:t>    WHERE FORMAT(DateCreated, 'yyyy-MM') = @Month</a:t>
            </a:r>
            <a:endParaRPr sz="1600"/>
          </a:p>
          <a:p>
            <a:r>
              <a:rPr sz="1600"/>
              <a:t>      AND (@FacilityCode = 'ALL' OR FacilityCode = @FacilityCode);</a:t>
            </a:r>
            <a:endParaRPr sz="1600"/>
          </a:p>
          <a:p>
            <a:r>
              <a:rPr sz="1600"/>
              <a:t>END;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Dataset in KHIS/DHIS2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/>
          </a:p>
          <a:p>
            <a:r>
              <a:rPr sz="2400"/>
              <a:t>1. Log into KHIS (DHIS2) as Admin</a:t>
            </a:r>
            <a:endParaRPr sz="2400"/>
          </a:p>
          <a:p>
            <a:r>
              <a:rPr sz="2400"/>
              <a:t>2. Navigate to Maintenance → Dataset</a:t>
            </a:r>
            <a:endParaRPr sz="2400"/>
          </a:p>
          <a:p>
            <a:r>
              <a:rPr sz="2400"/>
              <a:t>3. Create a new Dataset: 'ANC Summary'</a:t>
            </a:r>
            <a:endParaRPr sz="2400"/>
          </a:p>
          <a:p>
            <a:r>
              <a:rPr sz="2400"/>
              <a:t>4. Add Data Elements:</a:t>
            </a:r>
            <a:endParaRPr sz="2400"/>
          </a:p>
          <a:p>
            <a:r>
              <a:rPr sz="2400"/>
              <a:t>   - First ANC Visit</a:t>
            </a:r>
            <a:endParaRPr sz="2400"/>
          </a:p>
          <a:p>
            <a:r>
              <a:rPr sz="2400"/>
              <a:t>   - Completed 4 ANC Visits</a:t>
            </a:r>
            <a:endParaRPr sz="2400"/>
          </a:p>
          <a:p>
            <a:r>
              <a:rPr sz="2400"/>
              <a:t>   - Completed 8 ANC Visits</a:t>
            </a:r>
            <a:endParaRPr sz="2400"/>
          </a:p>
          <a:p>
            <a:r>
              <a:rPr sz="2400"/>
              <a:t>   - Gestation (12–13 weeks)</a:t>
            </a:r>
            <a:endParaRPr sz="2400"/>
          </a:p>
          <a:p>
            <a:r>
              <a:rPr sz="2400"/>
              <a:t>5. Assign to Organization Units (Facilities)</a:t>
            </a:r>
            <a:endParaRPr sz="2400"/>
          </a:p>
          <a:p>
            <a:r>
              <a:rPr sz="2400"/>
              <a:t>6. Define Reporting Periods (Monthly)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Data Mapping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Example mapping.json:</a:t>
            </a:r>
          </a:p>
          <a:p>
            <a:r>
              <a:t>{</a:t>
            </a:r>
          </a:p>
          <a:p>
            <a:r>
              <a:t>  "FirstANC": "DE12345",</a:t>
            </a:r>
          </a:p>
          <a:p>
            <a:r>
              <a:t>  "ANC4": "DE67890",</a:t>
            </a:r>
          </a:p>
          <a:p>
            <a:r>
              <a:t>  "ANC8": "DE54321",</a:t>
            </a:r>
          </a:p>
          <a:p>
            <a:r>
              <a:t>  "Gestation_12_13": "DE98765"</a:t>
            </a:r>
          </a:p>
          <a:p>
            <a:r>
              <a:t>}</a:t>
            </a:r>
          </a:p>
          <a:p/>
          <a:p>
            <a:r>
              <a:t>Purpose:</a:t>
            </a:r>
          </a:p>
          <a:p>
            <a:r>
              <a:t>- Maps EMR indicators to DHIS2 Data Element UIDs</a:t>
            </a:r>
          </a:p>
          <a:p>
            <a:r>
              <a:t>- Used by FastAPI service for data posting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800"/>
          </a:p>
          <a:p>
            <a:r>
              <a:rPr sz="2800"/>
              <a:t>1. UI allows selection of Month, Facility, and Program</a:t>
            </a:r>
            <a:endParaRPr sz="2800"/>
          </a:p>
          <a:p>
            <a:r>
              <a:rPr sz="2800"/>
              <a:t>2. Backend executes stored procedure with parameters</a:t>
            </a:r>
            <a:endParaRPr sz="2800"/>
          </a:p>
          <a:p>
            <a:r>
              <a:rPr sz="2800"/>
              <a:t>3. Aggregated results are loaded into JSON</a:t>
            </a:r>
            <a:endParaRPr sz="2800"/>
          </a:p>
          <a:p>
            <a:r>
              <a:rPr sz="2800"/>
              <a:t>4. Mapping file applied to convert to DHIS2 payload format</a:t>
            </a:r>
            <a:endParaRPr sz="2800"/>
          </a:p>
          <a:p>
            <a:r>
              <a:rPr sz="2800"/>
              <a:t>5. Data pushed via POST /api/dataValueSets to DHIS2 instance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UI-1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8195" y="1600200"/>
            <a:ext cx="50063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FastAPI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400"/>
          </a:p>
          <a:p>
            <a:r>
              <a:rPr sz="1400"/>
              <a:t>@app.post('/submit')</a:t>
            </a:r>
            <a:endParaRPr sz="1400"/>
          </a:p>
          <a:p>
            <a:r>
              <a:rPr sz="1400"/>
              <a:t>def submit(month: str, facility: str, program: str):</a:t>
            </a:r>
            <a:endParaRPr sz="1400"/>
          </a:p>
          <a:p>
            <a:r>
              <a:rPr sz="1400"/>
              <a:t>    conn = pyodbc.connect(conn_str)</a:t>
            </a:r>
            <a:endParaRPr sz="1400"/>
          </a:p>
          <a:p>
            <a:r>
              <a:rPr sz="1400"/>
              <a:t>    cursor = conn.cursor()</a:t>
            </a:r>
            <a:endParaRPr sz="1400"/>
          </a:p>
          <a:p>
            <a:r>
              <a:rPr sz="1400"/>
              <a:t>    cursor.execute('EXEC GetANCSummary ?, ?', (month, facility))</a:t>
            </a:r>
            <a:endParaRPr sz="1400"/>
          </a:p>
          <a:p>
            <a:r>
              <a:rPr sz="1400"/>
              <a:t>    result = cursor.fetchone()</a:t>
            </a:r>
            <a:endParaRPr sz="1400"/>
          </a:p>
          <a:p>
            <a:endParaRPr sz="1400"/>
          </a:p>
          <a:p>
            <a:r>
              <a:rPr sz="1400"/>
              <a:t>    payload = {</a:t>
            </a:r>
            <a:endParaRPr sz="1400"/>
          </a:p>
          <a:p>
            <a:r>
              <a:rPr sz="1400"/>
              <a:t>        'dataSet': 'ANC_DATASET_ID',</a:t>
            </a:r>
            <a:endParaRPr sz="1400"/>
          </a:p>
          <a:p>
            <a:r>
              <a:rPr sz="1400"/>
              <a:t>        'period': month.replace('-', ''),</a:t>
            </a:r>
            <a:endParaRPr sz="1400"/>
          </a:p>
          <a:p>
            <a:r>
              <a:rPr sz="1400"/>
              <a:t>        'orgUnit': facility,</a:t>
            </a:r>
            <a:endParaRPr sz="1400"/>
          </a:p>
          <a:p>
            <a:r>
              <a:rPr sz="1400"/>
              <a:t>        'dataValues': [</a:t>
            </a:r>
            <a:endParaRPr sz="1400"/>
          </a:p>
          <a:p>
            <a:r>
              <a:rPr sz="1400"/>
              <a:t>            {'dataElement': mapping['FirstANC'], 'value': result.FirstANC},</a:t>
            </a:r>
            <a:endParaRPr sz="1400"/>
          </a:p>
          <a:p>
            <a:r>
              <a:rPr sz="1400"/>
              <a:t>            {'dataElement': mapping['ANC4'], 'value': result.ANC4}</a:t>
            </a:r>
            <a:endParaRPr sz="1400"/>
          </a:p>
          <a:p>
            <a:r>
              <a:rPr sz="1400"/>
              <a:t>        ]</a:t>
            </a:r>
            <a:endParaRPr sz="1400"/>
          </a:p>
          <a:p>
            <a:r>
              <a:rPr sz="1400"/>
              <a:t>    }</a:t>
            </a:r>
            <a:endParaRPr sz="1400"/>
          </a:p>
          <a:p>
            <a:r>
              <a:rPr sz="1400"/>
              <a:t>    requests.post(f'{dhis_url}/api/dataValueSets', json=payload, auth=(user, pass))</a:t>
            </a:r>
            <a:endParaRPr sz="1400"/>
          </a:p>
          <a:p>
            <a:r>
              <a:rPr sz="1400"/>
              <a:t>    return {'status': 'Submitted'}</a:t>
            </a:r>
            <a:endParaRPr sz="1400"/>
          </a:p>
          <a:p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DHIS2 Sync Dashboard (FastAPI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Features:</a:t>
            </a:r>
          </a:p>
          <a:p>
            <a:r>
              <a:t>- Select Reporting Month, Facility, and Program</a:t>
            </a:r>
          </a:p>
          <a:p>
            <a:r>
              <a:t>- Submit button triggers backend sync</a:t>
            </a:r>
          </a:p>
          <a:p>
            <a:r>
              <a:t>- Success/Failure status shown on summary page</a:t>
            </a:r>
          </a:p>
          <a:p>
            <a:r>
              <a:t>- Logs stored in Sync History table for traceability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Submission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920240"/>
            <a:ext cx="8229600" cy="3884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800"/>
          </a:p>
          <a:p>
            <a:r>
              <a:rPr sz="2800"/>
              <a:t>✔ Automated EMR → DHIS2 aggregation</a:t>
            </a:r>
            <a:endParaRPr sz="2800"/>
          </a:p>
          <a:p>
            <a:r>
              <a:rPr sz="2800"/>
              <a:t>✔ Facility-level and national-level data consistency</a:t>
            </a:r>
            <a:endParaRPr sz="2800"/>
          </a:p>
          <a:p>
            <a:r>
              <a:rPr sz="2800"/>
              <a:t>✔ Reduced manual entry errors</a:t>
            </a:r>
            <a:endParaRPr sz="2800"/>
          </a:p>
          <a:p>
            <a:r>
              <a:rPr sz="2800"/>
              <a:t>✔ Real-time submission tracking</a:t>
            </a:r>
            <a:endParaRPr sz="2800"/>
          </a:p>
          <a:p>
            <a:r>
              <a:rPr sz="2800"/>
              <a:t>✔ Modular design for new programs (PMTCT, ART, etc.)</a:t>
            </a:r>
            <a:endParaRPr sz="2800"/>
          </a:p>
          <a:p>
            <a:r>
              <a:rPr sz="2800"/>
              <a:t>✔ Scalable architecture for future integration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284730"/>
            <a:ext cx="8229600" cy="2345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3233</Words>
  <Application>WPS Spreadsheets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Data Aggregation and DHIS2 Integration</vt:lpstr>
      <vt:lpstr>System Architecture Overview</vt:lpstr>
      <vt:lpstr>EMR Database Structure Example</vt:lpstr>
      <vt:lpstr>Stored Procedure for Aggregation</vt:lpstr>
      <vt:lpstr>Creating a Dataset in KHIS/DHIS2</vt:lpstr>
      <vt:lpstr>Creating the Data Mapping File</vt:lpstr>
      <vt:lpstr>FastAPI Application Overview</vt:lpstr>
      <vt:lpstr>PowerPoint 演示文稿</vt:lpstr>
      <vt:lpstr>Example FastAPI Snippet</vt:lpstr>
      <vt:lpstr>DHIS2 Sync Dashboard (FastAPI UI)</vt:lpstr>
      <vt:lpstr>PowerPoint 演示文稿</vt:lpstr>
      <vt:lpstr>Summary and Benefits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bmugwe</cp:lastModifiedBy>
  <cp:revision>3</cp:revision>
  <dcterms:created xsi:type="dcterms:W3CDTF">2025-10-12T03:38:06Z</dcterms:created>
  <dcterms:modified xsi:type="dcterms:W3CDTF">2025-10-12T03:38:06Z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D1EED33D1AE82C44F020EB680FFEB19E_42</vt:lpwstr>
  </property>
  <property fmtid="{D5CDD505-2E9C-101B-9397-08002B2CF9AE}" pid="3" name="KSOProductBuildVer">
    <vt:lpwstr>1033-12.1.22526.22526</vt:lpwstr>
  </property>
</Properties>
</file>